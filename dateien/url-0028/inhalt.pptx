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40holzbau.blogspot.com/2026/10/holzbau-anfrage-in-hamburg-so-bereite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https://040holzbau.blogspot.com/2026/10/holzbau-anfrage-in-hamburg-so-bereiten.html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